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9AFF5D-CA0E-40C3-88BA-515692DCCF87}" v="2" dt="2026-09-01T10:30:16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3" autoAdjust="0"/>
    <p:restoredTop sz="94660"/>
  </p:normalViewPr>
  <p:slideViewPr>
    <p:cSldViewPr snapToGrid="0">
      <p:cViewPr varScale="1">
        <p:scale>
          <a:sx n="86" d="100"/>
          <a:sy n="86" d="100"/>
        </p:scale>
        <p:origin x="3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Supple" userId="fa8c0aaa-664f-4de3-bfcd-33e145971326" providerId="ADAL" clId="{30DBEC31-4920-40D0-B986-B02F3F6AE970}"/>
    <pc:docChg chg="delMainMaster modMainMaster">
      <pc:chgData name="Andrew Supple" userId="fa8c0aaa-664f-4de3-bfcd-33e145971326" providerId="ADAL" clId="{30DBEC31-4920-40D0-B986-B02F3F6AE970}" dt="2026-09-01T10:30:47.193" v="30" actId="2696"/>
      <pc:docMkLst>
        <pc:docMk/>
      </pc:docMkLst>
      <pc:sldMasterChg chg="modSp modSldLayout">
        <pc:chgData name="Andrew Supple" userId="fa8c0aaa-664f-4de3-bfcd-33e145971326" providerId="ADAL" clId="{30DBEC31-4920-40D0-B986-B02F3F6AE970}" dt="2026-09-01T10:30:16.439" v="28" actId="255"/>
        <pc:sldMasterMkLst>
          <pc:docMk/>
          <pc:sldMasterMk cId="1253632" sldId="2147483648"/>
        </pc:sldMasterMkLst>
        <pc:spChg chg="mod">
          <ac:chgData name="Andrew Supple" userId="fa8c0aaa-664f-4de3-bfcd-33e145971326" providerId="ADAL" clId="{30DBEC31-4920-40D0-B986-B02F3F6AE970}" dt="2026-09-01T10:30:10.484" v="27" actId="255"/>
          <ac:spMkLst>
            <pc:docMk/>
            <pc:sldMasterMk cId="1253632" sldId="2147483648"/>
            <ac:spMk id="2" creationId="{7846F123-6133-49AB-8FBD-F2A89024DDBA}"/>
          </ac:spMkLst>
        </pc:spChg>
        <pc:spChg chg="mod">
          <ac:chgData name="Andrew Supple" userId="fa8c0aaa-664f-4de3-bfcd-33e145971326" providerId="ADAL" clId="{30DBEC31-4920-40D0-B986-B02F3F6AE970}" dt="2026-09-01T10:30:16.439" v="28" actId="255"/>
          <ac:spMkLst>
            <pc:docMk/>
            <pc:sldMasterMk cId="1253632" sldId="2147483648"/>
            <ac:spMk id="3" creationId="{4338B69B-5F3D-4AB6-9FF3-D0BBBE476E07}"/>
          </ac:spMkLst>
        </pc:spChg>
        <pc:sldLayoutChg chg="modSp mod">
          <pc:chgData name="Andrew Supple" userId="fa8c0aaa-664f-4de3-bfcd-33e145971326" providerId="ADAL" clId="{30DBEC31-4920-40D0-B986-B02F3F6AE970}" dt="2026-09-01T10:29:56.428" v="26" actId="20577"/>
          <pc:sldLayoutMkLst>
            <pc:docMk/>
            <pc:sldMasterMk cId="1253632" sldId="2147483648"/>
            <pc:sldLayoutMk cId="211558407" sldId="2147483649"/>
          </pc:sldLayoutMkLst>
          <pc:spChg chg="mod">
            <ac:chgData name="Andrew Supple" userId="fa8c0aaa-664f-4de3-bfcd-33e145971326" providerId="ADAL" clId="{30DBEC31-4920-40D0-B986-B02F3F6AE970}" dt="2026-09-01T10:29:48.245" v="19" actId="255"/>
            <ac:spMkLst>
              <pc:docMk/>
              <pc:sldMasterMk cId="1253632" sldId="2147483648"/>
              <pc:sldLayoutMk cId="211558407" sldId="2147483649"/>
              <ac:spMk id="2" creationId="{61458A96-757C-45BA-8466-3E81A5DEA1EF}"/>
            </ac:spMkLst>
          </pc:spChg>
          <pc:spChg chg="mod">
            <ac:chgData name="Andrew Supple" userId="fa8c0aaa-664f-4de3-bfcd-33e145971326" providerId="ADAL" clId="{30DBEC31-4920-40D0-B986-B02F3F6AE970}" dt="2026-09-01T10:29:56.428" v="26" actId="20577"/>
            <ac:spMkLst>
              <pc:docMk/>
              <pc:sldMasterMk cId="1253632" sldId="2147483648"/>
              <pc:sldLayoutMk cId="211558407" sldId="2147483649"/>
              <ac:spMk id="3" creationId="{CBCDFFC2-39D8-4B3A-83DC-7743C009788E}"/>
            </ac:spMkLst>
          </pc:spChg>
        </pc:sldLayoutChg>
        <pc:sldLayoutChg chg="modSp mod">
          <pc:chgData name="Andrew Supple" userId="fa8c0aaa-664f-4de3-bfcd-33e145971326" providerId="ADAL" clId="{30DBEC31-4920-40D0-B986-B02F3F6AE970}" dt="2026-09-01T10:29:29.864" v="18" actId="255"/>
          <pc:sldLayoutMkLst>
            <pc:docMk/>
            <pc:sldMasterMk cId="1253632" sldId="2147483648"/>
            <pc:sldLayoutMk cId="4129722038" sldId="2147483650"/>
          </pc:sldLayoutMkLst>
          <pc:spChg chg="mod">
            <ac:chgData name="Andrew Supple" userId="fa8c0aaa-664f-4de3-bfcd-33e145971326" providerId="ADAL" clId="{30DBEC31-4920-40D0-B986-B02F3F6AE970}" dt="2026-09-01T10:29:18.967" v="17" actId="20577"/>
            <ac:spMkLst>
              <pc:docMk/>
              <pc:sldMasterMk cId="1253632" sldId="2147483648"/>
              <pc:sldLayoutMk cId="4129722038" sldId="2147483650"/>
              <ac:spMk id="2" creationId="{3894E9DB-D92D-4BBA-9A65-F47D644A892E}"/>
            </ac:spMkLst>
          </pc:spChg>
          <pc:spChg chg="mod">
            <ac:chgData name="Andrew Supple" userId="fa8c0aaa-664f-4de3-bfcd-33e145971326" providerId="ADAL" clId="{30DBEC31-4920-40D0-B986-B02F3F6AE970}" dt="2026-09-01T10:29:29.864" v="18" actId="255"/>
            <ac:spMkLst>
              <pc:docMk/>
              <pc:sldMasterMk cId="1253632" sldId="2147483648"/>
              <pc:sldLayoutMk cId="4129722038" sldId="2147483650"/>
              <ac:spMk id="3" creationId="{B694B184-4E86-475C-9FE7-8779B1F6E4BD}"/>
            </ac:spMkLst>
          </pc:spChg>
        </pc:sldLayoutChg>
      </pc:sldMasterChg>
      <pc:sldMasterChg chg="del">
        <pc:chgData name="Andrew Supple" userId="fa8c0aaa-664f-4de3-bfcd-33e145971326" providerId="ADAL" clId="{30DBEC31-4920-40D0-B986-B02F3F6AE970}" dt="2026-09-01T10:30:44.208" v="29" actId="2696"/>
        <pc:sldMasterMkLst>
          <pc:docMk/>
          <pc:sldMasterMk cId="1594966448" sldId="2147483660"/>
        </pc:sldMasterMkLst>
      </pc:sldMasterChg>
      <pc:sldMasterChg chg="del">
        <pc:chgData name="Andrew Supple" userId="fa8c0aaa-664f-4de3-bfcd-33e145971326" providerId="ADAL" clId="{30DBEC31-4920-40D0-B986-B02F3F6AE970}" dt="2026-09-01T10:30:47.193" v="30" actId="2696"/>
        <pc:sldMasterMkLst>
          <pc:docMk/>
          <pc:sldMasterMk cId="3268794214" sldId="2147483672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8A96-757C-45BA-8466-3E81A5DEA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CDFFC2-39D8-4B3A-83DC-7743C00978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HHS627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5A1C6-D69A-4F94-BEF6-A92CFD4E0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73A5A-084D-47AD-990E-256D10C17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67E3C-6F83-4698-B7F8-0B6B78C5F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4E9DB-D92D-4BBA-9A65-F47D644A89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Master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4B184-4E86-475C-9FE7-8779B1F6E4B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FD736-89CD-4100-BE55-21BCE5B67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4B9FD-88D7-4A35-9303-88A01F3FB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BEC32-E2E6-4010-AF65-1A7F60B4E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2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0FCA-EC7E-44FE-9C27-32F226F4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01A376-C50F-4EE8-BB9C-AB20C9929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B8F1F-2523-4C0B-8AD4-C6FFA8B16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83F433-2AEF-43FC-94F3-47ED94C49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3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5F49D-7676-4CBD-815D-FA837B340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0D2C-0031-476A-95BD-456F210E52F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E081DD-D1D3-4D4C-A90F-32D62FCC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82DF5-3530-4EEE-A958-B37EC6905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0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46F123-6133-49AB-8FBD-F2A89024D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3777"/>
            <a:ext cx="10515600" cy="11743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8B69B-5F3D-4AB6-9FF3-D0BBBE476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7563"/>
            <a:ext cx="10515600" cy="3849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C981C-CEE5-4EAE-B425-5FF98C390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30D2C-0031-476A-95BD-456F210E52F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C5F58-A7EE-4995-B5DC-0C5093D60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66DA6-E997-4BA2-8007-7493EF5EF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30943-6243-4373-A8D1-08DAD5A6F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A9A35-4E3E-48EF-A7B5-0DE69F67B6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04733-1C4E-461D-B80F-69BF0E8917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42553"/>
      </p:ext>
    </p:extLst>
  </p:cSld>
  <p:clrMapOvr>
    <a:masterClrMapping/>
  </p:clrMapOvr>
</p:sld>
</file>

<file path=ppt/theme/theme1.xml><?xml version="1.0" encoding="utf-8"?>
<a:theme xmlns:a="http://schemas.openxmlformats.org/drawingml/2006/main" name="UNCG-White-TopNavyBar">
  <a:themeElements>
    <a:clrScheme name="uncg-brand-2018_v1">
      <a:dk1>
        <a:sysClr val="windowText" lastClr="000000"/>
      </a:dk1>
      <a:lt1>
        <a:sysClr val="window" lastClr="FFFFFF"/>
      </a:lt1>
      <a:dk2>
        <a:srgbClr val="0F2044"/>
      </a:dk2>
      <a:lt2>
        <a:srgbClr val="BEC0C2"/>
      </a:lt2>
      <a:accent1>
        <a:srgbClr val="FFB71B"/>
      </a:accent1>
      <a:accent2>
        <a:srgbClr val="92D1B3"/>
      </a:accent2>
      <a:accent3>
        <a:srgbClr val="00698C"/>
      </a:accent3>
      <a:accent4>
        <a:srgbClr val="A00C30"/>
      </a:accent4>
      <a:accent5>
        <a:srgbClr val="A59C87"/>
      </a:accent5>
      <a:accent6>
        <a:srgbClr val="4FC2BF"/>
      </a:accent6>
      <a:hlink>
        <a:srgbClr val="00698C"/>
      </a:hlink>
      <a:folHlink>
        <a:srgbClr val="A6B0B7"/>
      </a:folHlink>
    </a:clrScheme>
    <a:fontScheme name="uncg-brand-2018-v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7FA0B92A-3BFA-4DF7-A8BB-8167C934927F}" vid="{F4432C4E-E316-4309-BF62-06306CF9A81C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Georgia</vt:lpstr>
      <vt:lpstr>UNCG-White-TopNavyBar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Susan P Ellis</dc:creator>
  <cp:lastModifiedBy>Andrew Supple</cp:lastModifiedBy>
  <cp:revision>2</cp:revision>
  <dcterms:created xsi:type="dcterms:W3CDTF">2018-07-27T13:47:46Z</dcterms:created>
  <dcterms:modified xsi:type="dcterms:W3CDTF">2026-09-01T10:30:53Z</dcterms:modified>
</cp:coreProperties>
</file>